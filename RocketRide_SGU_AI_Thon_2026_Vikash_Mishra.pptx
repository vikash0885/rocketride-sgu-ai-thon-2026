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48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291840"/>
            <a:ext cx="2926080" cy="2926080"/>
          </a:xfrm>
          <a:prstGeom prst="ellipse">
            <a:avLst/>
          </a:prstGeom>
          <a:solidFill>
            <a:srgbClr val="21C0A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SGU AI-THON 2026  •  OPEN INNOVATION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Campus Copilot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21792" y="2606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Career Intelligence for Students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3429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 assistant that reads a student's resume, understands their target role, and turns the gap between the two into a clear, personalized action plan.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47091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C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21792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Skill Graph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90672" y="47091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C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090672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59552" y="47091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C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559552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are learning, but not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anything specific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have plenty of resources but no clear direction. They struggle to answer five basic questions: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0906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9809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do I currently possess?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478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4381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does my target career actually require?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050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8953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am I missing?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622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3525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ready am I for placements, right now?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194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8097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learn next?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914400"/>
            <a:ext cx="4389120" cy="4754880"/>
          </a:xfrm>
          <a:prstGeom prst="roundRect">
            <a:avLst>
              <a:gd name="adj" fmla="val 2083"/>
            </a:avLst>
          </a:prstGeom>
          <a:solidFill>
            <a:srgbClr val="0B2340"/>
          </a:solidFill>
          <a:ln/>
          <a:effectLst>
            <a:outerShdw blurRad="1524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966960" y="1188720"/>
            <a:ext cx="2103120" cy="210312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16459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Plenty of resources.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personalized direction.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3800" y="3063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courses and tutorials exist everywhere — but nothing connects a student's actual profile to their actual target role, or tells them what matters most to work on next.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4754880"/>
            <a:ext cx="3657600" cy="0"/>
          </a:xfrm>
          <a:prstGeom prst="line">
            <a:avLst/>
          </a:prstGeom>
          <a:noFill/>
          <a:ln w="12700">
            <a:solidFill>
              <a:srgbClr val="2C4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Directionless effort, low placement confidence.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AI Campus Copilot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 assistant that analyzes a student's resume, existing skills, and target career goal — then generates a personalized path toward career readiness.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15768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43784" y="278892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008376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08376" y="3383280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19472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47488" y="278892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2A8F9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383280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+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Graph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23176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51192" y="278892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21C0A3"/>
          </a:solidFill>
          <a:ln/>
        </p:spPr>
      </p:sp>
      <p:sp>
        <p:nvSpPr>
          <p:cNvPr id="19" name="Text 17"/>
          <p:cNvSpPr/>
          <p:nvPr/>
        </p:nvSpPr>
        <p:spPr>
          <a:xfrm>
            <a:off x="7415784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15784" y="3383280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454896" y="2788920"/>
            <a:ext cx="2093976" cy="1371600"/>
          </a:xfrm>
          <a:prstGeom prst="roundRect">
            <a:avLst>
              <a:gd name="adj" fmla="val 5333"/>
            </a:avLst>
          </a:prstGeom>
          <a:solidFill>
            <a:srgbClr val="17A98C"/>
          </a:solidFill>
          <a:ln/>
        </p:spPr>
      </p:sp>
      <p:sp>
        <p:nvSpPr>
          <p:cNvPr id="23" name="Text 21"/>
          <p:cNvSpPr/>
          <p:nvPr/>
        </p:nvSpPr>
        <p:spPr>
          <a:xfrm>
            <a:off x="9619488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19488" y="3383280"/>
            <a:ext cx="1764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Flow: from raw resume to a concrete, prioritized next step.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engines behind the Copilot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Skill Analysis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Skill Graph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skills from the student's resume and maps them against the requirements of the target career.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Score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886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AI-generated indicator of how closely the student's current profile aligns with the target role.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148840"/>
            <a:ext cx="685800" cy="685800"/>
          </a:xfrm>
          <a:prstGeom prst="ellipse">
            <a:avLst/>
          </a:prstGeom>
          <a:solidFill>
            <a:srgbClr val="17A98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5820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Roadmap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8862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identified skill gaps into a clear, prioritized learning path — Current Skills → Required Skills → Skill Gap.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Campus Copilot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Career Goal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239572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4203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310896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552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382219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6849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4535424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81728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8172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+ Skill Graph + Readiness Score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524865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9496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86600" y="1828800"/>
            <a:ext cx="4480560" cy="4206240"/>
          </a:xfrm>
          <a:prstGeom prst="roundRect">
            <a:avLst>
              <a:gd name="adj" fmla="val 2174"/>
            </a:avLst>
          </a:prstGeom>
          <a:solidFill>
            <a:srgbClr val="112B45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 STACK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Web UI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06640" y="3099816"/>
            <a:ext cx="3886200" cy="0"/>
          </a:xfrm>
          <a:prstGeom prst="line">
            <a:avLst/>
          </a:prstGeom>
          <a:noFill/>
          <a:ln w="9525">
            <a:solidFill>
              <a:srgbClr val="2442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172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3172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3666744"/>
            <a:ext cx="3886200" cy="0"/>
          </a:xfrm>
          <a:prstGeom prst="line">
            <a:avLst/>
          </a:prstGeom>
          <a:noFill/>
          <a:ln w="9525">
            <a:solidFill>
              <a:srgbClr val="2442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3989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37398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Skill Matching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4233672"/>
            <a:ext cx="3886200" cy="0"/>
          </a:xfrm>
          <a:prstGeom prst="line">
            <a:avLst/>
          </a:prstGeom>
          <a:noFill/>
          <a:ln w="9525">
            <a:solidFill>
              <a:srgbClr val="2442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43068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15400" y="43068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PDF Parsing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06640" y="4800600"/>
            <a:ext cx="3886200" cy="0"/>
          </a:xfrm>
          <a:prstGeom prst="line">
            <a:avLst/>
          </a:prstGeom>
          <a:noFill/>
          <a:ln w="9525">
            <a:solidFill>
              <a:srgbClr val="2442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48737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15400" y="4873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+ Skill Data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confusion to clarity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47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Career Direction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understand exactly which skills their target role requires.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47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focus on real skill gaps instead of generic learning paths.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947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Placement Prep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score highlights what to improve before applying.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4747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3639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0" y="4041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Information Overload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389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turns scattered career advice into one prioritized action plan.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4747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3639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4041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389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adapts automatically as students gain new skills.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6172200"/>
            <a:ext cx="10881360" cy="9144"/>
          </a:xfrm>
          <a:prstGeom prst="roundRect">
            <a:avLst/>
          </a:prstGeom>
          <a:solidFill>
            <a:srgbClr val="D8E2E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“What should I learn?” to “Here is exactly what I should work on next.”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Copilot, every stage of the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12B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Coach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mock interviews with instant feedback.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8288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12B45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98848" y="24871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Job Matching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98848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students to opportunities based on their skill profile.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00416" y="18288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12B45"/>
          </a:solidFill>
          <a:ln/>
        </p:spPr>
      </p:sp>
      <p:sp>
        <p:nvSpPr>
          <p:cNvPr id="14" name="Text 12"/>
          <p:cNvSpPr/>
          <p:nvPr/>
        </p:nvSpPr>
        <p:spPr>
          <a:xfrm>
            <a:off x="8129016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29016" y="24871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Assistant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29016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Summarization, quizzes, flashcards, concept explanations.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55164" y="36576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12B45"/>
          </a:solidFill>
          <a:ln/>
        </p:spPr>
      </p:sp>
      <p:sp>
        <p:nvSpPr>
          <p:cNvPr id="18" name="Text 16"/>
          <p:cNvSpPr/>
          <p:nvPr/>
        </p:nvSpPr>
        <p:spPr>
          <a:xfrm>
            <a:off x="2683764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83764" y="43159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Daily Tasks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83764" y="46634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learning tasks generated from the student's roadmap.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5332" y="36576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112B45"/>
          </a:solidFill>
          <a:ln/>
        </p:spPr>
      </p:sp>
      <p:sp>
        <p:nvSpPr>
          <p:cNvPr id="22" name="Text 20"/>
          <p:cNvSpPr/>
          <p:nvPr/>
        </p:nvSpPr>
        <p:spPr>
          <a:xfrm>
            <a:off x="6313932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13932" y="43159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13932" y="46634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updates skills and career-readiness status.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COPILOT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Vikash</cp:lastModifiedBy>
  <cp:revision>1</cp:revision>
  <dcterms:created xsi:type="dcterms:W3CDTF">2026-08-17T13:32:35Z</dcterms:created>
  <dcterms:modified xsi:type="dcterms:W3CDTF">2026-08-17T16:46:20Z</dcterms:modified>
</cp:coreProperties>
</file>